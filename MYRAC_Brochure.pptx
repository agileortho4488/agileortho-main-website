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7556500" cy="10693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7686999" cy="10819000"/>
          </a:xfrm>
          <a:custGeom>
            <a:avLst/>
            <a:gdLst/>
            <a:ahLst/>
            <a:cxnLst/>
            <a:rect r="r" b="b" t="t" l="l"/>
            <a:pathLst>
              <a:path h="10819000" w="7686999">
                <a:moveTo>
                  <a:pt x="0" y="0"/>
                </a:moveTo>
                <a:lnTo>
                  <a:pt x="7686999" y="0"/>
                </a:lnTo>
                <a:lnTo>
                  <a:pt x="7686999" y="10819000"/>
                </a:lnTo>
                <a:lnTo>
                  <a:pt x="0" y="1081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956820">
            <a:off x="-775821" y="3373393"/>
            <a:ext cx="7984246" cy="8073342"/>
            <a:chOff x="0" y="0"/>
            <a:chExt cx="10645661" cy="107644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45648" cy="10764393"/>
            </a:xfrm>
            <a:custGeom>
              <a:avLst/>
              <a:gdLst/>
              <a:ahLst/>
              <a:cxnLst/>
              <a:rect r="r" b="b" t="t" l="l"/>
              <a:pathLst>
                <a:path h="10764393" w="10645648">
                  <a:moveTo>
                    <a:pt x="8241919" y="0"/>
                  </a:moveTo>
                  <a:lnTo>
                    <a:pt x="0" y="2362835"/>
                  </a:lnTo>
                  <a:lnTo>
                    <a:pt x="2414016" y="10764393"/>
                  </a:lnTo>
                  <a:lnTo>
                    <a:pt x="10645648" y="8412353"/>
                  </a:lnTo>
                  <a:lnTo>
                    <a:pt x="8241919" y="0"/>
                  </a:lnTo>
                  <a:close/>
                </a:path>
              </a:pathLst>
            </a:custGeom>
            <a:blipFill>
              <a:blip r:embed="rId4"/>
              <a:stretch>
                <a:fillRect l="-97" t="-93" r="-71" b="-49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168987" y="3731781"/>
            <a:ext cx="2982077" cy="473821"/>
          </a:xfrm>
          <a:custGeom>
            <a:avLst/>
            <a:gdLst/>
            <a:ahLst/>
            <a:cxnLst/>
            <a:rect r="r" b="b" t="t" l="l"/>
            <a:pathLst>
              <a:path h="473821" w="2982077">
                <a:moveTo>
                  <a:pt x="0" y="0"/>
                </a:moveTo>
                <a:lnTo>
                  <a:pt x="2982077" y="0"/>
                </a:lnTo>
                <a:lnTo>
                  <a:pt x="2982077" y="473821"/>
                </a:lnTo>
                <a:lnTo>
                  <a:pt x="0" y="473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32490" y="3459937"/>
            <a:ext cx="3939521" cy="189786"/>
          </a:xfrm>
          <a:custGeom>
            <a:avLst/>
            <a:gdLst/>
            <a:ahLst/>
            <a:cxnLst/>
            <a:rect r="r" b="b" t="t" l="l"/>
            <a:pathLst>
              <a:path h="189786" w="3939521">
                <a:moveTo>
                  <a:pt x="0" y="0"/>
                </a:moveTo>
                <a:lnTo>
                  <a:pt x="3939521" y="0"/>
                </a:lnTo>
                <a:lnTo>
                  <a:pt x="3939521" y="189786"/>
                </a:lnTo>
                <a:lnTo>
                  <a:pt x="0" y="1897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68987" y="4190848"/>
            <a:ext cx="3621100" cy="1305335"/>
          </a:xfrm>
          <a:custGeom>
            <a:avLst/>
            <a:gdLst/>
            <a:ahLst/>
            <a:cxnLst/>
            <a:rect r="r" b="b" t="t" l="l"/>
            <a:pathLst>
              <a:path h="1305335" w="3621100">
                <a:moveTo>
                  <a:pt x="0" y="0"/>
                </a:moveTo>
                <a:lnTo>
                  <a:pt x="3621100" y="0"/>
                </a:lnTo>
                <a:lnTo>
                  <a:pt x="3621100" y="1305334"/>
                </a:lnTo>
                <a:lnTo>
                  <a:pt x="0" y="13053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410780">
            <a:off x="3769395" y="1696107"/>
            <a:ext cx="4296651" cy="4278411"/>
            <a:chOff x="0" y="0"/>
            <a:chExt cx="5728868" cy="5704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28843" cy="5704586"/>
            </a:xfrm>
            <a:custGeom>
              <a:avLst/>
              <a:gdLst/>
              <a:ahLst/>
              <a:cxnLst/>
              <a:rect r="r" b="b" t="t" l="l"/>
              <a:pathLst>
                <a:path h="5704586" w="5728843">
                  <a:moveTo>
                    <a:pt x="1722628" y="0"/>
                  </a:moveTo>
                  <a:lnTo>
                    <a:pt x="0" y="3959225"/>
                  </a:lnTo>
                  <a:lnTo>
                    <a:pt x="4011422" y="5704586"/>
                  </a:lnTo>
                  <a:lnTo>
                    <a:pt x="5728843" y="1757172"/>
                  </a:lnTo>
                  <a:lnTo>
                    <a:pt x="1722628" y="0"/>
                  </a:lnTo>
                  <a:close/>
                </a:path>
              </a:pathLst>
            </a:custGeom>
            <a:blipFill>
              <a:blip r:embed="rId2"/>
              <a:stretch>
                <a:fillRect l="-101" t="-26" r="-53" b="-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3503" y="-63503"/>
            <a:ext cx="7686999" cy="10819000"/>
          </a:xfrm>
          <a:custGeom>
            <a:avLst/>
            <a:gdLst/>
            <a:ahLst/>
            <a:cxnLst/>
            <a:rect r="r" b="b" t="t" l="l"/>
            <a:pathLst>
              <a:path h="10819000" w="7686999">
                <a:moveTo>
                  <a:pt x="0" y="0"/>
                </a:moveTo>
                <a:lnTo>
                  <a:pt x="7686999" y="0"/>
                </a:lnTo>
                <a:lnTo>
                  <a:pt x="7686999" y="10819000"/>
                </a:lnTo>
                <a:lnTo>
                  <a:pt x="0" y="1081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95134" y="5606882"/>
            <a:ext cx="6169733" cy="2097805"/>
            <a:chOff x="0" y="0"/>
            <a:chExt cx="8226311" cy="27970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26298" cy="2797048"/>
            </a:xfrm>
            <a:custGeom>
              <a:avLst/>
              <a:gdLst/>
              <a:ahLst/>
              <a:cxnLst/>
              <a:rect r="r" b="b" t="t" l="l"/>
              <a:pathLst>
                <a:path h="2797048" w="8226298">
                  <a:moveTo>
                    <a:pt x="0" y="0"/>
                  </a:moveTo>
                  <a:lnTo>
                    <a:pt x="8226298" y="0"/>
                  </a:lnTo>
                  <a:lnTo>
                    <a:pt x="8226298" y="2797048"/>
                  </a:lnTo>
                  <a:lnTo>
                    <a:pt x="0" y="279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284114" y="9852450"/>
            <a:ext cx="1281360" cy="524561"/>
          </a:xfrm>
          <a:custGeom>
            <a:avLst/>
            <a:gdLst/>
            <a:ahLst/>
            <a:cxnLst/>
            <a:rect r="r" b="b" t="t" l="l"/>
            <a:pathLst>
              <a:path h="524561" w="1281360">
                <a:moveTo>
                  <a:pt x="0" y="0"/>
                </a:moveTo>
                <a:lnTo>
                  <a:pt x="1281360" y="0"/>
                </a:lnTo>
                <a:lnTo>
                  <a:pt x="1281360" y="524561"/>
                </a:lnTo>
                <a:lnTo>
                  <a:pt x="0" y="5245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9142124"/>
            <a:ext cx="7560002" cy="115786"/>
          </a:xfrm>
          <a:custGeom>
            <a:avLst/>
            <a:gdLst/>
            <a:ahLst/>
            <a:cxnLst/>
            <a:rect r="r" b="b" t="t" l="l"/>
            <a:pathLst>
              <a:path h="115786" w="7560002">
                <a:moveTo>
                  <a:pt x="0" y="0"/>
                </a:moveTo>
                <a:lnTo>
                  <a:pt x="7560002" y="0"/>
                </a:lnTo>
                <a:lnTo>
                  <a:pt x="7560002" y="115785"/>
                </a:lnTo>
                <a:lnTo>
                  <a:pt x="0" y="1157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63503" y="-63503"/>
            <a:ext cx="7326668" cy="5040087"/>
          </a:xfrm>
          <a:custGeom>
            <a:avLst/>
            <a:gdLst/>
            <a:ahLst/>
            <a:cxnLst/>
            <a:rect r="r" b="b" t="t" l="l"/>
            <a:pathLst>
              <a:path h="5040087" w="7326668">
                <a:moveTo>
                  <a:pt x="0" y="0"/>
                </a:moveTo>
                <a:lnTo>
                  <a:pt x="7326668" y="0"/>
                </a:lnTo>
                <a:lnTo>
                  <a:pt x="7326668" y="5040087"/>
                </a:lnTo>
                <a:lnTo>
                  <a:pt x="0" y="50400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DAHE9QY0thk</dc:identifier>
  <dcterms:modified xsi:type="dcterms:W3CDTF">2011-08-01T06:04:30Z</dcterms:modified>
  <cp:revision>1</cp:revision>
  <dc:title>MYRAC Brochure.pdf</dc:title>
</cp:coreProperties>
</file>